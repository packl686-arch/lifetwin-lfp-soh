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9176aa703e4203" /><Relationship Type="http://schemas.openxmlformats.org/officeDocument/2006/relationships/extended-properties" Target="/docProps/app.xml" Id="Rdc80e316aace4b27" /><Relationship Type="http://schemas.openxmlformats.org/officeDocument/2006/relationships/officeDocument" Target="/ppt/presentation.xml" Id="Rcbfc562778764f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9682fa1a0c475a"/>
  </p:sldMasterIdLst>
  <p:notesMasterIdLst>
    <p:notesMasterId xmlns:r="http://schemas.openxmlformats.org/officeDocument/2006/relationships" r:id="R074df65c953b465a"/>
  </p:notesMasterIdLst>
  <p:sldIdLst>
    <p:sldId xmlns:r="http://schemas.openxmlformats.org/officeDocument/2006/relationships" id="256" r:id="R67d2b5e9756c40fe"/>
    <p:sldId xmlns:r="http://schemas.openxmlformats.org/officeDocument/2006/relationships" id="257" r:id="R648f14c7d8814377"/>
    <p:sldId xmlns:r="http://schemas.openxmlformats.org/officeDocument/2006/relationships" id="258" r:id="R3c1cfbdf225044aa"/>
    <p:sldId xmlns:r="http://schemas.openxmlformats.org/officeDocument/2006/relationships" id="259" r:id="R99ffc47dc2704df9"/>
    <p:sldId xmlns:r="http://schemas.openxmlformats.org/officeDocument/2006/relationships" id="260" r:id="Re780302bb8854ce3"/>
    <p:sldId xmlns:r="http://schemas.openxmlformats.org/officeDocument/2006/relationships" id="261" r:id="R7135d63219d34a41"/>
    <p:sldId xmlns:r="http://schemas.openxmlformats.org/officeDocument/2006/relationships" id="262" r:id="R273612a028a64444"/>
    <p:sldId xmlns:r="http://schemas.openxmlformats.org/officeDocument/2006/relationships" id="263" r:id="R4b7b8475ff7a4b68"/>
    <p:sldId xmlns:r="http://schemas.openxmlformats.org/officeDocument/2006/relationships" id="264" r:id="Rf9f923aca081446f"/>
    <p:sldId xmlns:r="http://schemas.openxmlformats.org/officeDocument/2006/relationships" id="265" r:id="R0151e3b9835c46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420ba953e24ccb" /><Relationship Type="http://schemas.openxmlformats.org/officeDocument/2006/relationships/slideMaster" Target="/ppt/slideMasters/slideMaster1.xml" Id="R199682fa1a0c475a" /><Relationship Type="http://schemas.openxmlformats.org/officeDocument/2006/relationships/notesMaster" Target="/ppt/notesMasters/notesMaster1.xml" Id="R074df65c953b465a" /><Relationship Type="http://schemas.openxmlformats.org/officeDocument/2006/relationships/presProps" Target="/ppt/presProps.xml" Id="Rb4da39fc52de47f2" /><Relationship Type="http://schemas.openxmlformats.org/officeDocument/2006/relationships/tableStyles" Target="/ppt/tableStyles.xml" Id="R5d0bd88b0c2e4565" /><Relationship Type="http://schemas.openxmlformats.org/officeDocument/2006/relationships/slide" Target="/ppt/slides/slide1.xml" Id="R67d2b5e9756c40fe" /><Relationship Type="http://schemas.openxmlformats.org/officeDocument/2006/relationships/slide" Target="/ppt/slides/slide2.xml" Id="R648f14c7d8814377" /><Relationship Type="http://schemas.openxmlformats.org/officeDocument/2006/relationships/slide" Target="/ppt/slides/slide3.xml" Id="R3c1cfbdf225044aa" /><Relationship Type="http://schemas.openxmlformats.org/officeDocument/2006/relationships/slide" Target="/ppt/slides/slide4.xml" Id="R99ffc47dc2704df9" /><Relationship Type="http://schemas.openxmlformats.org/officeDocument/2006/relationships/slide" Target="/ppt/slides/slide5.xml" Id="Re780302bb8854ce3" /><Relationship Type="http://schemas.openxmlformats.org/officeDocument/2006/relationships/slide" Target="/ppt/slides/slide6.xml" Id="R7135d63219d34a41" /><Relationship Type="http://schemas.openxmlformats.org/officeDocument/2006/relationships/slide" Target="/ppt/slides/slide7.xml" Id="R273612a028a64444" /><Relationship Type="http://schemas.openxmlformats.org/officeDocument/2006/relationships/slide" Target="/ppt/slides/slide8.xml" Id="R4b7b8475ff7a4b68" /><Relationship Type="http://schemas.openxmlformats.org/officeDocument/2006/relationships/slide" Target="/ppt/slides/slide9.xml" Id="Rf9f923aca081446f" /><Relationship Type="http://schemas.openxmlformats.org/officeDocument/2006/relationships/slide" Target="/ppt/slides/slide10.xml" Id="R0151e3b9835c46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6bccaf40914e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15586c3394c1d" /><Relationship Type="http://schemas.openxmlformats.org/officeDocument/2006/relationships/notesMaster" Target="/ppt/notesMasters/notesMaster1.xml" Id="Rb416c325b76345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dba68c5784e27" /><Relationship Type="http://schemas.openxmlformats.org/officeDocument/2006/relationships/notesMaster" Target="/ppt/notesMasters/notesMaster1.xml" Id="R427a15cac5854d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b8292b04934135" /><Relationship Type="http://schemas.openxmlformats.org/officeDocument/2006/relationships/notesMaster" Target="/ppt/notesMasters/notesMaster1.xml" Id="R6b805584b28d40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94bb6ccfb24614" /><Relationship Type="http://schemas.openxmlformats.org/officeDocument/2006/relationships/notesMaster" Target="/ppt/notesMasters/notesMaster1.xml" Id="R3ca77cf5d244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ba510661264ca2" /><Relationship Type="http://schemas.openxmlformats.org/officeDocument/2006/relationships/notesMaster" Target="/ppt/notesMasters/notesMaster1.xml" Id="R106ebf1ea29a4b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399354c7d04f56" /><Relationship Type="http://schemas.openxmlformats.org/officeDocument/2006/relationships/notesMaster" Target="/ppt/notesMasters/notesMaster1.xml" Id="R5968a1f0907747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ebd117fef742f6" /><Relationship Type="http://schemas.openxmlformats.org/officeDocument/2006/relationships/notesMaster" Target="/ppt/notesMasters/notesMaster1.xml" Id="R6bf05803d9b44b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659b7cfe3c468e" /><Relationship Type="http://schemas.openxmlformats.org/officeDocument/2006/relationships/notesMaster" Target="/ppt/notesMasters/notesMaster1.xml" Id="Red8f414e1bc44e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709c6f4bae45c5" /><Relationship Type="http://schemas.openxmlformats.org/officeDocument/2006/relationships/notesMaster" Target="/ppt/notesMasters/notesMaster1.xml" Id="Rcadeade1a0e44c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c652f50b884101" /><Relationship Type="http://schemas.openxmlformats.org/officeDocument/2006/relationships/notesMaster" Target="/ppt/notesMasters/notesMaster1.xml" Id="Rba7c0825cb4348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Project-authored title and positioning.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Hithium challenge brief in the current Codex task.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reports/fastcharge_v5_pairwise_development_2026-08-09.md</a:t>
            </a:r>
          </a:p>
          <a:p xmlns:a="http://schemas.openxmlformats.org/drawingml/2006/main">
            <a:r>
              <a:t>- reports/fastcharge_v5_dynamic_landmark_audit_2026-08-09.md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docs/literature_model_review_and_v5_experiment_plan_2026_08_cn.md</a:t>
            </a:r>
          </a:p>
          <a:p xmlns:a="http://schemas.openxmlformats.org/drawingml/2006/main">
            <a:r>
              <a:t>- reports/fastcharge_v5_pairwise_development_2026-08-09.md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reports/fastcharge_v5_pairwise_development_2026-08-09.md</a:t>
            </a:r>
          </a:p>
          <a:p xmlns:a="http://schemas.openxmlformats.org/drawingml/2006/main">
            <a:r>
              <a:t>- showcase/evidence_v5/pairwise_evaluation_summary.json</a:t>
            </a:r>
          </a:p>
          <a:p xmlns:a="http://schemas.openxmlformats.org/drawingml/2006/main">
            <a:r>
              <a:t>- showcase/evidence_v5/support_uncertainty_score_summary.json</a:t>
            </a:r>
          </a:p>
          <a:p xmlns:a="http://schemas.openxmlformats.org/drawingml/2006/main">
            <a:r>
              <a:t>- Scope: outcome-exposed retrospective public LFP cycle-aging development; not Hithium validation or 15-25 year accuracy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docs/competition_final_evidence_pack_cn.md</a:t>
            </a:r>
          </a:p>
          <a:p xmlns:a="http://schemas.openxmlformats.org/drawingml/2006/main">
            <a:r>
              <a:t>- docs/feishu_ai_workflow_cn.md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reports/fastcharge_v5_pairwise_development_2026-08-09.md</a:t>
            </a:r>
          </a:p>
          <a:p xmlns:a="http://schemas.openxmlformats.org/drawingml/2006/main">
            <a:r>
              <a:t>- reports/fastcharge_v5_dynamic_landmark_audit_2026-08-09.md</a:t>
            </a:r>
          </a:p>
          <a:p xmlns:a="http://schemas.openxmlformats.org/drawingml/2006/main">
            <a:r>
              <a:t>- showcase/evidence_v5/dynamic_landmark_decision.json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configs/validation/dataset_evidence_matrix_2026_08.json</a:t>
            </a:r>
          </a:p>
          <a:p xmlns:a="http://schemas.openxmlformats.org/drawingml/2006/main">
            <a:r>
              <a:t>- docs/references.md</a:t>
            </a:r>
          </a:p>
          <a:p xmlns:a="http://schemas.openxmlformats.org/drawingml/2006/main">
            <a:r>
              <a:t>- Rights status and outcome-access history are enforced separately from model performance.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docs/feishu_ai_workflow_cn.md</a:t>
            </a:r>
          </a:p>
          <a:p xmlns:a="http://schemas.openxmlformats.org/drawingml/2006/main">
            <a:r>
              <a:t>- configs/integrations/feishu_lifetwin_workflow_v1.json</a:t>
            </a:r>
          </a:p>
          <a:p xmlns:a="http://schemas.openxmlformats.org/drawingml/2006/main">
            <a:r>
              <a:t>- docs/hithium_private_blind_execution_cn.md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Project-authored closing statement.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d6469cb4240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1548ac1db4cc8" /><Relationship Type="http://schemas.openxmlformats.org/officeDocument/2006/relationships/slideLayout" Target="/ppt/slideLayouts/slideLayout1.xml" Id="Rdce8df01dc8348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8df01dc8348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7c7ab0a4b476c" /><Relationship Type="http://schemas.openxmlformats.org/officeDocument/2006/relationships/notesSlide" Target="/ppt/notesSlides/notesSlide1.xml" Id="Re0ac533bbc85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85449284d4f89" /><Relationship Type="http://schemas.openxmlformats.org/officeDocument/2006/relationships/notesSlide" Target="/ppt/notesSlides/notesSlide2.xml" Id="R0eacbc58624c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0bfa8148f49f8" /><Relationship Type="http://schemas.openxmlformats.org/officeDocument/2006/relationships/notesSlide" Target="/ppt/notesSlides/notesSlide3.xml" Id="Rbfc93ca6bcf845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ec0e799654f33" /><Relationship Type="http://schemas.openxmlformats.org/officeDocument/2006/relationships/notesSlide" Target="/ppt/notesSlides/notesSlide4.xml" Id="R5dcac63ae5ee4f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c08aebefd418a" /><Relationship Type="http://schemas.openxmlformats.org/officeDocument/2006/relationships/chart" Target="/ppt/slides/charts/chart1.xml" Id="R829aca9849e24638" /><Relationship Type="http://schemas.openxmlformats.org/officeDocument/2006/relationships/notesSlide" Target="/ppt/notesSlides/notesSlide5.xml" Id="R674e21c57b0d49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4976101754af8" /><Relationship Type="http://schemas.openxmlformats.org/officeDocument/2006/relationships/notesSlide" Target="/ppt/notesSlides/notesSlide6.xml" Id="R1564fcad233d4d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f75eb97c0466e" /><Relationship Type="http://schemas.openxmlformats.org/officeDocument/2006/relationships/notesSlide" Target="/ppt/notesSlides/notesSlide7.xml" Id="Rac0c1c3d65b44f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a2e0dc3fc4fa1" /><Relationship Type="http://schemas.openxmlformats.org/officeDocument/2006/relationships/notesSlide" Target="/ppt/notesSlides/notesSlide8.xml" Id="R7eaf0ed1a89447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cb852b7a94c80" /><Relationship Type="http://schemas.openxmlformats.org/officeDocument/2006/relationships/notesSlide" Target="/ppt/notesSlides/notesSlide9.xml" Id="Rc7f92ee77de54e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35acf645148f5" /><Relationship Type="http://schemas.openxmlformats.org/officeDocument/2006/relationships/notesSlide" Target="/ppt/notesSlides/notesSlide10.xml" Id="Rea80e5b82ca04fc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总体MAE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V5</c:v>
              </c:pt>
              <c:pt idx="1">
                <c:v>V5门控</c:v>
              </c:pt>
              <c:pt idx="2">
                <c:v>V2</c:v>
              </c:pt>
              <c:pt idx="3">
                <c:v>持续值</c:v>
              </c:pt>
            </c:strLit>
          </c:cat>
          <c:val>
            <c:numLit>
              <c:formatCode>0.000</c:formatCode>
              <c:ptCount val="4"/>
              <c:pt idx="0">
                <c:v>0.208</c:v>
              </c:pt>
              <c:pt idx="1">
                <c:v>0.221</c:v>
              </c:pt>
              <c:pt idx="2">
                <c:v>0.286</c:v>
              </c:pt>
              <c:pt idx="3">
                <c:v>0.725</c:v>
              </c:pt>
            </c:numLit>
          </c:val>
        </c:ser>
        <c:ser>
          <c:idx val="1"/>
          <c:order val="1"/>
          <c:tx>
            <c:v>主测试MAE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V5</c:v>
              </c:pt>
              <c:pt idx="1">
                <c:v>V5门控</c:v>
              </c:pt>
              <c:pt idx="2">
                <c:v>V2</c:v>
              </c:pt>
              <c:pt idx="3">
                <c:v>持续值</c:v>
              </c:pt>
            </c:strLit>
          </c:cat>
          <c:val>
            <c:numLit>
              <c:formatCode>0.000</c:formatCode>
              <c:ptCount val="4"/>
              <c:pt idx="0">
                <c:v>0.222</c:v>
              </c:pt>
              <c:pt idx="1">
                <c:v>0.222</c:v>
              </c:pt>
              <c:pt idx="2">
                <c:v>0.341</c:v>
              </c:pt>
              <c:pt idx="3">
                <c:v>0.939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50CCB3A-DDCB-48F2-9EFE-9986A304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LifeTwin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3EAE970-C7A9-4B4E-B12B-B9CC0641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面向储能LFP的长时域SOH预测与证据控制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4F0A47B-7EA5-4459-8778-C28C10E0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海辰储能命题 · 技术方案</a:t>
            </a:r>
          </a:p>
        </p:txBody>
      </p:sp>
    </p:spTree>
    <p:extLst>
      <p:ext uri="{BB962C8B-B14F-4D97-AF65-F5344CB8AC3E}">
        <p14:creationId xmlns:p14="http://schemas.microsoft.com/office/powerpoint/2010/main" val="993483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9FF37AD-6E3F-4000-B85B-768FF945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F9B606D-6D83-4E80-9702-3BCD1F46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6B363EB-9751-4C8A-8F47-D6686B63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9715F26-4912-4FC3-85CF-BA8C2019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05A7194-E99B-4D8C-A3A6-ADFBEE7B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不是把短期曲线拉长，而是管理长期不确定性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DB12F39-76A8-4048-92FD-462C47F2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电站设计寿命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FC659E6-C8F7-4FA2-9F3B-23F30293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外推 · 迁移 · 过度自信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98798EF1-0674-4322-9133-00E5B1F6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实际运行积累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0E13DE3-D81C-47B0-A3EF-F563CFD6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15–25年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C03D14E-325E-4717-B27A-A0B5F170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不足数年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DC1ED12-F39C-4A28-8E64-461857AF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3类风险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90DF55B-4766-4776-9454-5ECDC9AD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核心矛盾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有限历史要支持超长寿命决策，同时面对温度、SOC与充放电策略变化。</a:t>
            </a:r>
          </a:p>
        </p:txBody>
      </p:sp>
    </p:spTree>
    <p:extLst>
      <p:ext uri="{BB962C8B-B14F-4D97-AF65-F5344CB8AC3E}">
        <p14:creationId xmlns:p14="http://schemas.microsoft.com/office/powerpoint/2010/main" val="1561891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94D3B1C-0BA5-4AB8-8812-1F6C8080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AC7324A-E69E-435B-AE61-8EE0E2EA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解决思路：先找参考，再让证据决定是否修正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9223DE3-D622-488C-972A-FC7507DF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39625D1-B74B-4690-B112-CAD50A40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参考条件化中心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02A3B96-F2A9-4D52-9972-2F1B690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目标－参考配对学习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12个参考加权汇总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41电芯五折选择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EF93F34-8D1D-4820-B0B6-E3409B89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2D10500-62D1-41D6-9DCB-745048B6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支持与动态门控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DFD2B5A-B1FE-4E82-90EF-EEBB64D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域外回退稳定中心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区间随证据调整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GP未过门槛即关闭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6BEE5FB-5327-456C-A445-0D964943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LifeTwin不是单一经验曲线，也不让黑盒全程接管。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V5把点预测、支持门控、共形区间与在线更新分开验证；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每个复杂分支都必须独立过门槛。</a:t>
            </a:r>
          </a:p>
        </p:txBody>
      </p:sp>
    </p:spTree>
    <p:extLst>
      <p:ext uri="{BB962C8B-B14F-4D97-AF65-F5344CB8AC3E}">
        <p14:creationId xmlns:p14="http://schemas.microsoft.com/office/powerpoint/2010/main" val="15783036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A49D488-2F62-40A7-80A6-6D8E869F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AB5CAE9-1B9F-4071-89CD-BB63BAD2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模型架构：V5中心 + 风险发行 + 动态审计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88F2DEF-C3C2-4856-A574-05657F6C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3B0E834-15D3-4032-84FD-C6F3604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8A558F5-F126-4BD8-B76B-4E8D7C11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F3D42B6-27EB-49AC-AF80-67047FC3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训练电芯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023DAAA-DCB3-4B0F-992C-B4941680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目标前缀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FC04FA6-DB93-445C-A4A2-F4E12E9B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风险发行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AB4285E-4FF2-432A-B81A-FF5F32D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参考条件化残差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12参考加权汇总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FF696F3-A06B-445C-8F77-3A39D58B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物理电芯五折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只在训练内选择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EBFA126-A99E-4BEF-91F2-54E34594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共形区间 + 回退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版本、哈希与理由</a:t>
            </a:r>
          </a:p>
        </p:txBody>
      </p:sp>
    </p:spTree>
    <p:extLst>
      <p:ext uri="{BB962C8B-B14F-4D97-AF65-F5344CB8AC3E}">
        <p14:creationId xmlns:p14="http://schemas.microsoft.com/office/powerpoint/2010/main" val="595049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19D0039-AE8F-4608-8627-8D3CE0E0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DFB6BD8-E5C7-4E8D-8C79-4D2D10D6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公开开发：V5相对V2降低27.3%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CE72484B-E8FF-4E8A-BBA2-78395C81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14B15F2-1314-41E8-B7BB-E36D53C7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27.3%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较V2稳定门控降低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6C2A91E5-4B29-419B-A9F9-6971C0CD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0018956-DAFD-473F-8926-CF326DDE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0.208 pp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总体轨迹MAE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541CBE19-1D3E-4793-984D-B165FB71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984A1292-797B-4BBB-9C5E-7382CB1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93.10%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90%区间覆盖率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9aca9849e24638"/>
          </a:graphicData>
        </a:graphic>
      </p:graphicFrame>
    </p:spTree>
    <p:extLst>
      <p:ext uri="{BB962C8B-B14F-4D97-AF65-F5344CB8AC3E}">
        <p14:creationId xmlns:p14="http://schemas.microsoft.com/office/powerpoint/2010/main" val="2507957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595C9BA-6623-43D4-8FB8-3123820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C46C983-302F-4240-9C3F-833B777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真正的创新，不是“不看未来”本身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A70393D-79F1-43D6-AAF3-921CDB32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方法创新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参考条件化残差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71C3DCF-7050-4A19-B323-6EDF700D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结构创新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中心 + 门控 + 区间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E5075AD-B275-4985-8C04-2FC42DA3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控制创新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可失败的动态重签发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5B46ADF-0C2B-4C49-89AD-768981B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流程创新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飞书AI + 预测密封</a:t>
            </a:r>
          </a:p>
        </p:txBody>
      </p:sp>
    </p:spTree>
    <p:extLst>
      <p:ext uri="{BB962C8B-B14F-4D97-AF65-F5344CB8AC3E}">
        <p14:creationId xmlns:p14="http://schemas.microsoft.com/office/powerpoint/2010/main" val="20223960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7E29ECE-89D1-4D22-9606-8A08EE1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9C01D5F-65B5-4AA5-9DF4-19DCD38C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我们保留失败结果，因为它们定义了边界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C78649F-E201-4951-9C28-78F9BB97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6E7F7EB-DEEF-4BF6-96E9-045868C9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点门控：不晋级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270B8403-6C19-4AA1-82B1-6535F94E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MAE 0.208→0.221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回退仅触发1.23%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保留为发行候选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FD2C90A-F9E0-4B65-B423-E7E6D64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FA7C794-9645-4904-8501-93963E67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在线GP：不激活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B300E97-170B-4D5C-B711-FB778E91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3个Matern均未过门槛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P40 offset仅66.7%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保留V5中心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7D5A1D9-C986-46BC-9667-56B69420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失败不是被藏起来的分数，而是模型上线边界。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较长前缀重签发平均改善，但P40→P60不稳定；支持门控与GP均未取得足够证据。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当前版本只保留V5中心与共形区间。</a:t>
            </a:r>
          </a:p>
        </p:txBody>
      </p:sp>
    </p:spTree>
    <p:extLst>
      <p:ext uri="{BB962C8B-B14F-4D97-AF65-F5344CB8AC3E}">
        <p14:creationId xmlns:p14="http://schemas.microsoft.com/office/powerpoint/2010/main" val="1485672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F9A3485-B2AD-4EB5-8050-DAA1E6DA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1429DDA-7A99-4DE3-BE50-F4C75207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每份数据只承担它能承担的证据角色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1DF94D9-B8FC-454C-8A93-C8A3AEB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方法开发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FastCharge V5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6206485-3D39-4E52-A127-4A47E217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压力筛查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Naumann / Geisbauer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3BF3AB4-4C73-4DCB-B7F8-A122055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辅助接入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NASA / CALCE / SNL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4EAC23F-195D-498C-8EFC-F91D062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最终确认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海辰私有盲测</a:t>
            </a:r>
          </a:p>
        </p:txBody>
      </p:sp>
    </p:spTree>
    <p:extLst>
      <p:ext uri="{BB962C8B-B14F-4D97-AF65-F5344CB8AC3E}">
        <p14:creationId xmlns:p14="http://schemas.microsoft.com/office/powerpoint/2010/main" val="1315577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B9511D5-4AF6-48FA-AB63-6DF6D90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E1D02D9-E0E8-4F7B-90B8-EBD85517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飞书AI + 私有盲测：三道防火墙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09AD43-3D2F-4B65-9DD9-76323FB6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0FDDBE3-36F0-4DF5-82E9-7D99FE4C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2997CD6-E905-40E2-B258-3F4C6311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3522C1B0-7433-4165-8045-E55FE03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2DD35036-E659-4938-AA96-9EEFE59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多维表格收集批次、电芯、RPT与工况。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AI执行输入校验；原始数据不出域，文件与适配结果留哈希。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7391BC7F-F6D2-42AE-AFC9-B7CEA92E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F436F6A8-B600-41E9-9B4B-04183F9B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企业豆包 / aily调用预测与登记。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候选和门槛冻结；选择结束前锁定真值不可读。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D2C6F7D-A1D7-413C-A80F-ECEDFC89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7D5B6A0-CC56-45E4-9B4C-F3ED922D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独立评分器在预测密封后揭盲。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区间、拒绝、版本与审批记录写回飞书。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62D812BE-B53E-4890-93B3-CF0FB1D7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选择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28F4C7F6-5AF6-45A6-9F61-67345DEA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接入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43187C6F-089F-4564-9CFB-BBAB3485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</a:t>
            </a:r>
          </a:p>
        </p:txBody>
      </p:sp>
    </p:spTree>
    <p:extLst>
      <p:ext uri="{BB962C8B-B14F-4D97-AF65-F5344CB8AC3E}">
        <p14:creationId xmlns:p14="http://schemas.microsoft.com/office/powerpoint/2010/main" val="11461803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534E815-2217-4774-BEB4-72C336F8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让模型知道
何时预测，何时回退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64B50D5-7AD8-466B-8262-45F49D86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可靠 · 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可审计 · 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可迁移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6B0997F-F74C-4CCE-9B35-E39769C3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LifeTwin</a:t>
            </a:r>
          </a:p>
        </p:txBody>
      </p:sp>
    </p:spTree>
    <p:extLst>
      <p:ext uri="{BB962C8B-B14F-4D97-AF65-F5344CB8AC3E}">
        <p14:creationId xmlns:p14="http://schemas.microsoft.com/office/powerpoint/2010/main" val="1192388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2026-08-09T04:35:31.5490000Z</dcterms:created>
  <dcterms:modified xsi:type="dcterms:W3CDTF">2026-08-09T04:35:31.5490000Z</dcterms:modified>
</coreProperties>
</file>